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1429ebb9e24c34" /><Relationship Type="http://schemas.openxmlformats.org/officeDocument/2006/relationships/extended-properties" Target="/docProps/app.xml" Id="Rffd4d869e7834c1b" /><Relationship Type="http://schemas.openxmlformats.org/officeDocument/2006/relationships/officeDocument" Target="/ppt/presentation.xml" Id="R456a6d174d9e4c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bced3143634be3"/>
  </p:sldMasterIdLst>
  <p:notesMasterIdLst>
    <p:notesMasterId xmlns:r="http://schemas.openxmlformats.org/officeDocument/2006/relationships" r:id="R9e4a3f850a364a71"/>
  </p:notesMasterIdLst>
  <p:sldIdLst>
    <p:sldId xmlns:r="http://schemas.openxmlformats.org/officeDocument/2006/relationships" id="256" r:id="Rb42373bb00e34c00"/>
    <p:sldId xmlns:r="http://schemas.openxmlformats.org/officeDocument/2006/relationships" id="257" r:id="R3d07821e3069459f"/>
    <p:sldId xmlns:r="http://schemas.openxmlformats.org/officeDocument/2006/relationships" id="258" r:id="R71c3f4ddd4e44514"/>
    <p:sldId xmlns:r="http://schemas.openxmlformats.org/officeDocument/2006/relationships" id="259" r:id="R502a881ebe744aa7"/>
    <p:sldId xmlns:r="http://schemas.openxmlformats.org/officeDocument/2006/relationships" id="260" r:id="R662cc65a46ee49d2"/>
    <p:sldId xmlns:r="http://schemas.openxmlformats.org/officeDocument/2006/relationships" id="261" r:id="R54d9333e48ff460d"/>
    <p:sldId xmlns:r="http://schemas.openxmlformats.org/officeDocument/2006/relationships" id="262" r:id="R6d3630852a7c405d"/>
    <p:sldId xmlns:r="http://schemas.openxmlformats.org/officeDocument/2006/relationships" id="263" r:id="R157b1fec20d34c42"/>
    <p:sldId xmlns:r="http://schemas.openxmlformats.org/officeDocument/2006/relationships" id="264" r:id="Rfc4a3fad76714a12"/>
    <p:sldId xmlns:r="http://schemas.openxmlformats.org/officeDocument/2006/relationships" id="265" r:id="R88a59860659140ec"/>
    <p:sldId xmlns:r="http://schemas.openxmlformats.org/officeDocument/2006/relationships" id="266" r:id="R97c5870f10a14b12"/>
    <p:sldId xmlns:r="http://schemas.openxmlformats.org/officeDocument/2006/relationships" id="267" r:id="R99bc69f0745a4260"/>
    <p:sldId xmlns:r="http://schemas.openxmlformats.org/officeDocument/2006/relationships" id="268" r:id="R777f8f1df5c24b80"/>
    <p:sldId xmlns:r="http://schemas.openxmlformats.org/officeDocument/2006/relationships" id="269" r:id="R2154e066a8334f99"/>
    <p:sldId xmlns:r="http://schemas.openxmlformats.org/officeDocument/2006/relationships" id="270" r:id="R4a9a2a314c094b93"/>
    <p:sldId xmlns:r="http://schemas.openxmlformats.org/officeDocument/2006/relationships" id="271" r:id="R6d40ace29ad9466c"/>
    <p:sldId xmlns:r="http://schemas.openxmlformats.org/officeDocument/2006/relationships" id="272" r:id="R15f90f3df73f4093"/>
    <p:sldId xmlns:r="http://schemas.openxmlformats.org/officeDocument/2006/relationships" id="273" r:id="Ra0eec4fd00134ad2"/>
    <p:sldId xmlns:r="http://schemas.openxmlformats.org/officeDocument/2006/relationships" id="274" r:id="Re9a5a3a0559f45b6"/>
    <p:sldId xmlns:r="http://schemas.openxmlformats.org/officeDocument/2006/relationships" id="275" r:id="R3aa6e0f821fc44dd"/>
    <p:sldId xmlns:r="http://schemas.openxmlformats.org/officeDocument/2006/relationships" id="276" r:id="R8cbd646040dd47ac"/>
    <p:sldId xmlns:r="http://schemas.openxmlformats.org/officeDocument/2006/relationships" id="277" r:id="R0ed6a9fc5d794a1a"/>
    <p:sldId xmlns:r="http://schemas.openxmlformats.org/officeDocument/2006/relationships" id="278" r:id="Rec28674f3d3f4fed"/>
    <p:sldId xmlns:r="http://schemas.openxmlformats.org/officeDocument/2006/relationships" id="279" r:id="Re55b2ef91a3740d9"/>
    <p:sldId xmlns:r="http://schemas.openxmlformats.org/officeDocument/2006/relationships" id="280" r:id="R2850a366bd674e93"/>
    <p:sldId xmlns:r="http://schemas.openxmlformats.org/officeDocument/2006/relationships" id="281" r:id="Ra13e132dbedc4a1c"/>
    <p:sldId xmlns:r="http://schemas.openxmlformats.org/officeDocument/2006/relationships" id="282" r:id="R5cfd995adfa947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8d3122059e4521" /><Relationship Type="http://schemas.openxmlformats.org/officeDocument/2006/relationships/slideMaster" Target="/ppt/slideMasters/slideMaster1.xml" Id="R18bced3143634be3" /><Relationship Type="http://schemas.openxmlformats.org/officeDocument/2006/relationships/notesMaster" Target="/ppt/notesMasters/notesMaster1.xml" Id="R9e4a3f850a364a71" /><Relationship Type="http://schemas.openxmlformats.org/officeDocument/2006/relationships/presProps" Target="/ppt/presProps.xml" Id="Ra79f56f6237d4403" /><Relationship Type="http://schemas.openxmlformats.org/officeDocument/2006/relationships/tableStyles" Target="/ppt/tableStyles.xml" Id="R8f488457e1d24957" /><Relationship Type="http://schemas.openxmlformats.org/officeDocument/2006/relationships/slide" Target="/ppt/slides/slide1.xml" Id="Rb42373bb00e34c00" /><Relationship Type="http://schemas.openxmlformats.org/officeDocument/2006/relationships/slide" Target="/ppt/slides/slide2.xml" Id="R3d07821e3069459f" /><Relationship Type="http://schemas.openxmlformats.org/officeDocument/2006/relationships/slide" Target="/ppt/slides/slide3.xml" Id="R71c3f4ddd4e44514" /><Relationship Type="http://schemas.openxmlformats.org/officeDocument/2006/relationships/slide" Target="/ppt/slides/slide4.xml" Id="R502a881ebe744aa7" /><Relationship Type="http://schemas.openxmlformats.org/officeDocument/2006/relationships/slide" Target="/ppt/slides/slide5.xml" Id="R662cc65a46ee49d2" /><Relationship Type="http://schemas.openxmlformats.org/officeDocument/2006/relationships/slide" Target="/ppt/slides/slide6.xml" Id="R54d9333e48ff460d" /><Relationship Type="http://schemas.openxmlformats.org/officeDocument/2006/relationships/slide" Target="/ppt/slides/slide7.xml" Id="R6d3630852a7c405d" /><Relationship Type="http://schemas.openxmlformats.org/officeDocument/2006/relationships/slide" Target="/ppt/slides/slide8.xml" Id="R157b1fec20d34c42" /><Relationship Type="http://schemas.openxmlformats.org/officeDocument/2006/relationships/slide" Target="/ppt/slides/slide9.xml" Id="Rfc4a3fad76714a12" /><Relationship Type="http://schemas.openxmlformats.org/officeDocument/2006/relationships/slide" Target="/ppt/slides/slide10.xml" Id="R88a59860659140ec" /><Relationship Type="http://schemas.openxmlformats.org/officeDocument/2006/relationships/slide" Target="/ppt/slides/slide11.xml" Id="R97c5870f10a14b12" /><Relationship Type="http://schemas.openxmlformats.org/officeDocument/2006/relationships/slide" Target="/ppt/slides/slide12.xml" Id="R99bc69f0745a4260" /><Relationship Type="http://schemas.openxmlformats.org/officeDocument/2006/relationships/slide" Target="/ppt/slides/slide13.xml" Id="R777f8f1df5c24b80" /><Relationship Type="http://schemas.openxmlformats.org/officeDocument/2006/relationships/slide" Target="/ppt/slides/slide14.xml" Id="R2154e066a8334f99" /><Relationship Type="http://schemas.openxmlformats.org/officeDocument/2006/relationships/slide" Target="/ppt/slides/slide15.xml" Id="R4a9a2a314c094b93" /><Relationship Type="http://schemas.openxmlformats.org/officeDocument/2006/relationships/slide" Target="/ppt/slides/slide16.xml" Id="R6d40ace29ad9466c" /><Relationship Type="http://schemas.openxmlformats.org/officeDocument/2006/relationships/slide" Target="/ppt/slides/slide17.xml" Id="R15f90f3df73f4093" /><Relationship Type="http://schemas.openxmlformats.org/officeDocument/2006/relationships/slide" Target="/ppt/slides/slide18.xml" Id="Ra0eec4fd00134ad2" /><Relationship Type="http://schemas.openxmlformats.org/officeDocument/2006/relationships/slide" Target="/ppt/slides/slide19.xml" Id="Re9a5a3a0559f45b6" /><Relationship Type="http://schemas.openxmlformats.org/officeDocument/2006/relationships/slide" Target="/ppt/slides/slide20.xml" Id="R3aa6e0f821fc44dd" /><Relationship Type="http://schemas.openxmlformats.org/officeDocument/2006/relationships/slide" Target="/ppt/slides/slide21.xml" Id="R8cbd646040dd47ac" /><Relationship Type="http://schemas.openxmlformats.org/officeDocument/2006/relationships/slide" Target="/ppt/slides/slide22.xml" Id="R0ed6a9fc5d794a1a" /><Relationship Type="http://schemas.openxmlformats.org/officeDocument/2006/relationships/slide" Target="/ppt/slides/slide23.xml" Id="Rec28674f3d3f4fed" /><Relationship Type="http://schemas.openxmlformats.org/officeDocument/2006/relationships/slide" Target="/ppt/slides/slide24.xml" Id="Re55b2ef91a3740d9" /><Relationship Type="http://schemas.openxmlformats.org/officeDocument/2006/relationships/slide" Target="/ppt/slides/slide25.xml" Id="R2850a366bd674e93" /><Relationship Type="http://schemas.openxmlformats.org/officeDocument/2006/relationships/slide" Target="/ppt/slides/slide26.xml" Id="Ra13e132dbedc4a1c" /><Relationship Type="http://schemas.openxmlformats.org/officeDocument/2006/relationships/slide" Target="/ppt/slides/slide27.xml" Id="R5cfd995adfa947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ca199aaf3840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3ba5c6c8db4538" /><Relationship Type="http://schemas.openxmlformats.org/officeDocument/2006/relationships/notesMaster" Target="/ppt/notesMasters/notesMaster1.xml" Id="R9802ee2b61394d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7630b991e64b73" /><Relationship Type="http://schemas.openxmlformats.org/officeDocument/2006/relationships/notesMaster" Target="/ppt/notesMasters/notesMaster1.xml" Id="Rb32893ef72ae4f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133c5552284d2a" /><Relationship Type="http://schemas.openxmlformats.org/officeDocument/2006/relationships/notesMaster" Target="/ppt/notesMasters/notesMaster1.xml" Id="Rb92a8a062a2a4b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c51058b8f64469" /><Relationship Type="http://schemas.openxmlformats.org/officeDocument/2006/relationships/notesMaster" Target="/ppt/notesMasters/notesMaster1.xml" Id="R45ee9ad4dff14c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b309bc289844c2" /><Relationship Type="http://schemas.openxmlformats.org/officeDocument/2006/relationships/notesMaster" Target="/ppt/notesMasters/notesMaster1.xml" Id="R5f8d15d4be334c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b4839bcaa646fd" /><Relationship Type="http://schemas.openxmlformats.org/officeDocument/2006/relationships/notesMaster" Target="/ppt/notesMasters/notesMaster1.xml" Id="R41f98239030441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2276ad71a84b4a" /><Relationship Type="http://schemas.openxmlformats.org/officeDocument/2006/relationships/notesMaster" Target="/ppt/notesMasters/notesMaster1.xml" Id="Re41fb4c37bfa46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102fac2b964ce3" /><Relationship Type="http://schemas.openxmlformats.org/officeDocument/2006/relationships/notesMaster" Target="/ppt/notesMasters/notesMaster1.xml" Id="R8608ef2d64334c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c57d37757b4caf" /><Relationship Type="http://schemas.openxmlformats.org/officeDocument/2006/relationships/notesMaster" Target="/ppt/notesMasters/notesMaster1.xml" Id="R8548d8dc607a47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55fe7ff1ea46e8" /><Relationship Type="http://schemas.openxmlformats.org/officeDocument/2006/relationships/notesMaster" Target="/ppt/notesMasters/notesMaster1.xml" Id="R198a6fecc8ed48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4361d8a5dd4ce4" /><Relationship Type="http://schemas.openxmlformats.org/officeDocument/2006/relationships/notesMaster" Target="/ppt/notesMasters/notesMaster1.xml" Id="R8ae3b4be95c547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78a94b967842da" /><Relationship Type="http://schemas.openxmlformats.org/officeDocument/2006/relationships/notesMaster" Target="/ppt/notesMasters/notesMaster1.xml" Id="Re238954c74b445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6e8212b2064c9e" /><Relationship Type="http://schemas.openxmlformats.org/officeDocument/2006/relationships/notesMaster" Target="/ppt/notesMasters/notesMaster1.xml" Id="R1f28a64f79a642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e1755de2514a43" /><Relationship Type="http://schemas.openxmlformats.org/officeDocument/2006/relationships/notesMaster" Target="/ppt/notesMasters/notesMaster1.xml" Id="Rec0bc2758c024e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45704d40f541bd" /><Relationship Type="http://schemas.openxmlformats.org/officeDocument/2006/relationships/notesMaster" Target="/ppt/notesMasters/notesMaster1.xml" Id="Rd81a0499a45c44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249ad1a20a44480" /><Relationship Type="http://schemas.openxmlformats.org/officeDocument/2006/relationships/notesMaster" Target="/ppt/notesMasters/notesMaster1.xml" Id="Rc2f956bc05ba4b2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e07145762594b8f" /><Relationship Type="http://schemas.openxmlformats.org/officeDocument/2006/relationships/notesMaster" Target="/ppt/notesMasters/notesMaster1.xml" Id="R9ffe22149c2a464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507d794d44843d7" /><Relationship Type="http://schemas.openxmlformats.org/officeDocument/2006/relationships/notesMaster" Target="/ppt/notesMasters/notesMaster1.xml" Id="R8781eb0e52fa428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3fa5d66ecc348d7" /><Relationship Type="http://schemas.openxmlformats.org/officeDocument/2006/relationships/notesMaster" Target="/ppt/notesMasters/notesMaster1.xml" Id="Rebde4506670a4f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0be25adbcb4e33" /><Relationship Type="http://schemas.openxmlformats.org/officeDocument/2006/relationships/notesMaster" Target="/ppt/notesMasters/notesMaster1.xml" Id="Rf0454134022946b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018b1b13074f55" /><Relationship Type="http://schemas.openxmlformats.org/officeDocument/2006/relationships/notesMaster" Target="/ppt/notesMasters/notesMaster1.xml" Id="R60ed0870d6ff48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1144153a2c24a77" /><Relationship Type="http://schemas.openxmlformats.org/officeDocument/2006/relationships/notesMaster" Target="/ppt/notesMasters/notesMaster1.xml" Id="R490a7dacd24f4f1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c2c12dff9ad4fc3" /><Relationship Type="http://schemas.openxmlformats.org/officeDocument/2006/relationships/notesMaster" Target="/ppt/notesMasters/notesMaster1.xml" Id="R08e5781750e441a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05bddc33794c73" /><Relationship Type="http://schemas.openxmlformats.org/officeDocument/2006/relationships/notesMaster" Target="/ppt/notesMasters/notesMaster1.xml" Id="R2b01b408f34047f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98fe7864fe41dd" /><Relationship Type="http://schemas.openxmlformats.org/officeDocument/2006/relationships/notesMaster" Target="/ppt/notesMasters/notesMaster1.xml" Id="R8c1443414e0645f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b07ba82fb564bbb" /><Relationship Type="http://schemas.openxmlformats.org/officeDocument/2006/relationships/notesMaster" Target="/ppt/notesMasters/notesMaster1.xml" Id="R7ca2e1d1224344d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e54514adbeb47b5" /><Relationship Type="http://schemas.openxmlformats.org/officeDocument/2006/relationships/notesMaster" Target="/ppt/notesMasters/notesMaster1.xml" Id="Rcf36d7b62ac643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本週目標：能開啟 Notebook 並依序執行儲存格；能用變數、數值與字串完成計算；能根據錯誤訊息修正簡單程式</a:t>
            </a:r>
          </a:p>
          <a:p xmlns:a="http://schemas.openxmlformats.org/drawingml/2006/main">
            <a:r>
              <a:t>教材對照：CH01PPT 第1章；CH02PPT 第2章；CH03PPT 第3章</a:t>
            </a:r>
          </a:p>
          <a:p xmlns:a="http://schemas.openxmlformats.org/drawingml/2006/main">
            <a:r>
              <a:t>完整180分鐘流程見逐字講稿。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活動：兩人一組，用三句話說明買飲料的輸入、處理與輸出。每人打開本週實作檔。</a:t>
            </a:r>
          </a:p>
          <a:p xmlns:a="http://schemas.openxmlformats.org/drawingml/2006/main">
            <a:r>
              <a:t>參考答案：輸入：單價35、杯數3；處理：35乘3；輸出：105元。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CH01PPT.ppt 第12頁。先辨認開始、處理與判斷符號；分支語法留待第2週。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活動：兩人一組，用三句話說明買飲料的輸入、處理與輸出。每人打開本週實作檔。</a:t>
            </a:r>
          </a:p>
          <a:p xmlns:a="http://schemas.openxmlformats.org/drawingml/2006/main">
            <a:r>
              <a:t>參考答案：輸入：單價35、杯數3；處理：35乘3；輸出：105元。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CH01PPT.ppt 第12頁。先辨認開始、處理與判斷符號；分支語法留待第2週。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活動：兩人一組，用三句話說明買飲料的輸入、處理與輸出。每人打開本週實作檔。</a:t>
            </a:r>
          </a:p>
          <a:p xmlns:a="http://schemas.openxmlformats.org/drawingml/2006/main">
            <a:r>
              <a:t>參考答案：輸入：單價35、杯數3；處理：35乘3；輸出：105元。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CH01PPT.ppt 第12頁。先辨認開始、處理與判斷符號；分支語法留待第2週。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活動：執行示範，修改問候語並儲存。請同桌指出程式格與輸出區的差別。</a:t>
            </a:r>
          </a:p>
          <a:p xmlns:a="http://schemas.openxmlformats.org/drawingml/2006/main">
            <a:r>
              <a:t>參考答案：會出現兩行文字；修改後只要重跑該格就能看到新的問候語。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活動：執行示範，修改問候語並儲存。請同桌指出程式格與輸出區的差別。</a:t>
            </a:r>
          </a:p>
          <a:p xmlns:a="http://schemas.openxmlformats.org/drawingml/2006/main">
            <a:r>
              <a:t>參考答案：會出現兩行文字；修改後只要重跑該格就能看到新的問候語。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活動：先寫預測，再執行。新增一行，同時輸出商品名稱與數值35。</a:t>
            </a:r>
          </a:p>
          <a:p xmlns:a="http://schemas.openxmlformats.org/drawingml/2006/main">
            <a:r>
              <a:t>參考答案：第一行5，第二行2 + 3，第三行飲料 35。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活動：先寫預測，再執行。新增一行，同時輸出商品名稱與數值35。</a:t>
            </a:r>
          </a:p>
          <a:p xmlns:a="http://schemas.openxmlformats.org/drawingml/2006/main">
            <a:r>
              <a:t>參考答案：第一行5，第二行2 + 3，第三行飲料 35。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活動：把price改為40，quantity改為4，重新計算；說明為什麼總價變了。</a:t>
            </a:r>
          </a:p>
          <a:p xmlns:a="http://schemas.openxmlformats.org/drawingml/2006/main">
            <a:r>
              <a:t>參考答案：40乘4等於160。變數更新後重新執行乘法，total才得到新值。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第5頁。用原教材盒子圖說明讀取與指定，再提醒變數更新不會自動重算其他變數。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活動：把price改為40，quantity改為4，重新計算；說明為什麼總價變了。</a:t>
            </a:r>
          </a:p>
          <a:p xmlns:a="http://schemas.openxmlformats.org/drawingml/2006/main">
            <a:r>
              <a:t>參考答案：40乘4等於160。變數更新後重新執行乘法，total才得到新值。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第5頁。用原教材盒子圖說明讀取與指定，再提醒變數更新不會自動重算其他變數。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活動：把price改為40，quantity改為4，重新計算；說明為什麼總價變了。</a:t>
            </a:r>
          </a:p>
          <a:p xmlns:a="http://schemas.openxmlformats.org/drawingml/2006/main">
            <a:r>
              <a:t>參考答案：40乘4等於160。變數更新後重新執行乘法，total才得到新值。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第5頁。用原教材盒子圖說明讀取與指定，再提醒變數更新不會自動重算其他變數。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我們先休息十分鐘。離開座位前請儲存，不必關閉核心。若剛才有錯誤，請把出錯的格子留著，我會在休息時協助。回來後會把文字形式的數字轉成可以計算的資料。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活動：儲存檔案、伸展與休息。</a:t>
            </a:r>
          </a:p>
          <a:p xmlns:a="http://schemas.openxmlformats.org/drawingml/2006/main">
            <a:r>
              <a:t>參考答案：回座後找得到本週檔案。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活動：把文字杯數改成"4"並轉型，接著比較"3" * 2與int("3") * 2。</a:t>
            </a:r>
          </a:p>
          <a:p xmlns:a="http://schemas.openxmlformats.org/drawingml/2006/main">
            <a:r>
              <a:t>參考答案：前者是文字33，後者是數值6。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第23頁。對照int與float；本課先用文字模擬輸入，再以互動開關體驗input。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活動：把文字杯數改成"4"並轉型，接著比較"3" * 2與int("3") * 2。</a:t>
            </a:r>
          </a:p>
          <a:p xmlns:a="http://schemas.openxmlformats.org/drawingml/2006/main">
            <a:r>
              <a:t>參考答案：前者是文字33，後者是數值6。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第23頁。對照int與float；本課先用文字模擬輸入，再以互動開關體驗input。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活動：把文字杯數改成"4"並轉型，接著比較"3" * 2與int("3") * 2。</a:t>
            </a:r>
          </a:p>
          <a:p xmlns:a="http://schemas.openxmlformats.org/drawingml/2006/main">
            <a:r>
              <a:t>參考答案：前者是文字33，後者是數值6。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直接引用 CH03PPT.ppt 第23頁。對照int與float；本課先用文字模擬輸入，再以互動開關體驗input。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活動：計算5杯每杯30元，付200元的找零。再算17顆糖每袋5顆的袋數與剩餘。</a:t>
            </a:r>
          </a:p>
          <a:p xmlns:a="http://schemas.openxmlformats.org/drawingml/2006/main">
            <a:r>
              <a:t>參考答案：總價150、找零50；3袋、剩2顆。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活動：計算5杯每杯30元，付200元的找零。再算17顆糖每袋5顆的袋數與剩餘。</a:t>
            </a:r>
          </a:p>
          <a:p xmlns:a="http://schemas.openxmlformats.org/drawingml/2006/main">
            <a:r>
              <a:t>參考答案：總價150、找零50；3袋、剩2顆。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活動：修正prcie拼字與"總價" + 105的混用。說出錯誤種類與修正理由。</a:t>
            </a:r>
          </a:p>
          <a:p xmlns:a="http://schemas.openxmlformats.org/drawingml/2006/main">
            <a:r>
              <a:t>參考答案：prcie改成price；改用print("總價", 105)或先將數值轉成字串。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活動：修正prcie拼字與"總價" + 105的混用。說出錯誤種類與修正理由。</a:t>
            </a:r>
          </a:p>
          <a:p xmlns:a="http://schemas.openxmlformats.org/drawingml/2006/main">
            <a:r>
              <a:t>參考答案：prcie改成price；改用print("總價", 105)或先將數值轉成字串。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活動：使用f字串列印4杯每杯35元，共140元的完整訂單。</a:t>
            </a:r>
          </a:p>
          <a:p xmlns:a="http://schemas.openxmlformats.org/drawingml/2006/main">
            <a:r>
              <a:t>參考答案：例如：紅茶 4杯，總價140元。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活動：使用f字串列印4杯每杯35元，共140元的完整訂單。</a:t>
            </a:r>
          </a:p>
          <a:p xmlns:a="http://schemas.openxmlformats.org/drawingml/2006/main">
            <a:r>
              <a:t>參考答案：例如：紅茶 4杯，總價140元。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活動：完成專題格；先測試35、3、200，再測試40、2、100。加上自己的品項。</a:t>
            </a:r>
          </a:p>
          <a:p xmlns:a="http://schemas.openxmlformats.org/drawingml/2006/main">
            <a:r>
              <a:t>參考答案：測試A：105、95；測試B：80、20。輸出須含品項、杯數、總價、找零。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活動：完成專題格；先測試35、3、200，再測試40、2、100。加上自己的品項。</a:t>
            </a:r>
          </a:p>
          <a:p xmlns:a="http://schemas.openxmlformats.org/drawingml/2006/main">
            <a:r>
              <a:t>參考答案：測試A：105、95；測試B：80、20。輸出須含品項、杯數、總價、找零。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活動：每人用60秒說明，教師抽查兩組結果。</a:t>
            </a:r>
          </a:p>
          <a:p xmlns:a="http://schemas.openxmlformats.org/drawingml/2006/main">
            <a:r>
              <a:t>參考答案：能從乾淨核心重跑，且total不是手寫固定答案。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活動：每人用60秒說明，教師抽查兩組結果。</a:t>
            </a:r>
          </a:p>
          <a:p xmlns:a="http://schemas.openxmlformats.org/drawingml/2006/main">
            <a:r>
              <a:t>參考答案：能從乾淨核心重跑，且total不是手寫固定答案。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活動：提交Notebook；課後做20元筆3支與15元本子2本的訂單。</a:t>
            </a:r>
          </a:p>
          <a:p xmlns:a="http://schemas.openxmlformats.org/drawingml/2006/main">
            <a:r>
              <a:t>參考答案：離堂：str、int轉型、不會自動重算、修改quantity再執行。課後總價90元。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活動：提交Notebook；課後做20元筆3支與15元本子2本的訂單。</a:t>
            </a:r>
          </a:p>
          <a:p xmlns:a="http://schemas.openxmlformats.org/drawingml/2006/main">
            <a:r>
              <a:t>參考答案：離堂：str、int轉型、不會自動重算、修改quantity再執行。課後總價90元。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教材來源：CH01PPT 第1章；CH02PPT 第2章；CH03PPT 第3章</a:t>
            </a:r>
          </a:p>
          <a:p xmlns:a="http://schemas.openxmlformats.org/drawingml/2006/main"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a67933e115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50cb6a02634e13" /><Relationship Type="http://schemas.openxmlformats.org/officeDocument/2006/relationships/slideLayout" Target="/ppt/slideLayouts/slideLayout1.xml" Id="Ra386e3c939804d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86e3c939804d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bcef970bd45d9" /><Relationship Type="http://schemas.openxmlformats.org/officeDocument/2006/relationships/notesSlide" Target="/ppt/notesSlides/notesSlide1.xml" Id="R95120b0e64684b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e7620dd664d97" /><Relationship Type="http://schemas.openxmlformats.org/officeDocument/2006/relationships/notesSlide" Target="/ppt/notesSlides/notesSlide2.xml" Id="Ra38e4a0f9b8c44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44f8332a94d11" /><Relationship Type="http://schemas.openxmlformats.org/officeDocument/2006/relationships/notesSlide" Target="/ppt/notesSlides/notesSlide3.xml" Id="R81c2ef131e2a45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9d38d710e413c" /><Relationship Type="http://schemas.openxmlformats.org/officeDocument/2006/relationships/image" Target="/ppt/media/image.png" Id="Ra6ff0a1ca4d64bc1" /><Relationship Type="http://schemas.openxmlformats.org/officeDocument/2006/relationships/notesSlide" Target="/ppt/notesSlides/notesSlide4.xml" Id="R30d17410ede54f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58c5d8e664805" /><Relationship Type="http://schemas.openxmlformats.org/officeDocument/2006/relationships/notesSlide" Target="/ppt/notesSlides/notesSlide5.xml" Id="R5c0c212d576d48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c67ae40e2438f" /><Relationship Type="http://schemas.openxmlformats.org/officeDocument/2006/relationships/notesSlide" Target="/ppt/notesSlides/notesSlide6.xml" Id="R96a440b2a0d146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cdb9783b44257" /><Relationship Type="http://schemas.openxmlformats.org/officeDocument/2006/relationships/notesSlide" Target="/ppt/notesSlides/notesSlide7.xml" Id="R1e72aa9f57da4d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2355a27344485" /><Relationship Type="http://schemas.openxmlformats.org/officeDocument/2006/relationships/notesSlide" Target="/ppt/notesSlides/notesSlide8.xml" Id="R258b614879f94e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1699aa8fe40e5" /><Relationship Type="http://schemas.openxmlformats.org/officeDocument/2006/relationships/notesSlide" Target="/ppt/notesSlides/notesSlide9.xml" Id="R8e0f9668aaf948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8ff03c34241ec" /><Relationship Type="http://schemas.openxmlformats.org/officeDocument/2006/relationships/notesSlide" Target="/ppt/notesSlides/notesSlide10.xml" Id="Rc1c87ce03b2942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8f43f09be4e15" /><Relationship Type="http://schemas.openxmlformats.org/officeDocument/2006/relationships/image" Target="/ppt/media/image2.png" Id="R24609724a08d4a55" /><Relationship Type="http://schemas.openxmlformats.org/officeDocument/2006/relationships/notesSlide" Target="/ppt/notesSlides/notesSlide11.xml" Id="R8516c939a2174b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6c16d362c42d4" /><Relationship Type="http://schemas.openxmlformats.org/officeDocument/2006/relationships/notesSlide" Target="/ppt/notesSlides/notesSlide12.xml" Id="Rdd3da87157074a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e7df169634a89" /><Relationship Type="http://schemas.openxmlformats.org/officeDocument/2006/relationships/notesSlide" Target="/ppt/notesSlides/notesSlide13.xml" Id="R031111c04c8e4f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79096802b4765" /><Relationship Type="http://schemas.openxmlformats.org/officeDocument/2006/relationships/notesSlide" Target="/ppt/notesSlides/notesSlide14.xml" Id="Rc6a0903a16ee49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aace7db1a408e" /><Relationship Type="http://schemas.openxmlformats.org/officeDocument/2006/relationships/image" Target="/ppt/media/image3.png" Id="Rf92e63b2216b487a" /><Relationship Type="http://schemas.openxmlformats.org/officeDocument/2006/relationships/notesSlide" Target="/ppt/notesSlides/notesSlide15.xml" Id="Rca2a9f7d816e4d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3f0b1d68a4604" /><Relationship Type="http://schemas.openxmlformats.org/officeDocument/2006/relationships/notesSlide" Target="/ppt/notesSlides/notesSlide16.xml" Id="R79d96a43a83f4fe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4ecb57ea44276" /><Relationship Type="http://schemas.openxmlformats.org/officeDocument/2006/relationships/notesSlide" Target="/ppt/notesSlides/notesSlide17.xml" Id="R8ff8086aeaeb49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ab6e37a6d4ae6" /><Relationship Type="http://schemas.openxmlformats.org/officeDocument/2006/relationships/notesSlide" Target="/ppt/notesSlides/notesSlide18.xml" Id="R4c2d274ab796468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96a3e9ad048ee" /><Relationship Type="http://schemas.openxmlformats.org/officeDocument/2006/relationships/notesSlide" Target="/ppt/notesSlides/notesSlide19.xml" Id="Rc7f6166a73a447a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c1611084142d7" /><Relationship Type="http://schemas.openxmlformats.org/officeDocument/2006/relationships/notesSlide" Target="/ppt/notesSlides/notesSlide20.xml" Id="R21362b3e4f724d0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dd3d6a8374bed" /><Relationship Type="http://schemas.openxmlformats.org/officeDocument/2006/relationships/notesSlide" Target="/ppt/notesSlides/notesSlide21.xml" Id="R038df79893cc46a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dc77e31c741f5" /><Relationship Type="http://schemas.openxmlformats.org/officeDocument/2006/relationships/notesSlide" Target="/ppt/notesSlides/notesSlide22.xml" Id="Rc27c58e88e4649f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d7c56e9034ebf" /><Relationship Type="http://schemas.openxmlformats.org/officeDocument/2006/relationships/notesSlide" Target="/ppt/notesSlides/notesSlide23.xml" Id="Re5d8934764024c0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5d14b9e404a20" /><Relationship Type="http://schemas.openxmlformats.org/officeDocument/2006/relationships/notesSlide" Target="/ppt/notesSlides/notesSlide24.xml" Id="Rd20b2d39d1b842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8d688d4ba42cb" /><Relationship Type="http://schemas.openxmlformats.org/officeDocument/2006/relationships/notesSlide" Target="/ppt/notesSlides/notesSlide25.xml" Id="R9747f8b87cd14c5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9bf996cc24934" /><Relationship Type="http://schemas.openxmlformats.org/officeDocument/2006/relationships/notesSlide" Target="/ppt/notesSlides/notesSlide26.xml" Id="Re6f5e644fd90494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81b135d224f1a" /><Relationship Type="http://schemas.openxmlformats.org/officeDocument/2006/relationships/notesSlide" Target="/ppt/notesSlides/notesSlide27.xml" Id="Rb290c1a7ea034a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5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0FFFF-59F2-413D-A645-6FA503C9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rPr>
              <a:t>第 1 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69B30-EE2F-413B-BABF-EE78F544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76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 起步與生活計算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DEACC-BC8C-4726-8064-82C4D644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完成飲料訂單計算器，列出品項、杯數、總價與找零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47B03-895D-4A5F-A033-B0ADA83C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180 分鐘  含 10 分鐘休息</a:t>
            </a:r>
          </a:p>
        </p:txBody>
      </p:sp>
    </p:spTree>
    <p:extLst>
      <p:ext uri="{BB962C8B-B14F-4D97-AF65-F5344CB8AC3E}">
        <p14:creationId xmlns:p14="http://schemas.microsoft.com/office/powerpoint/2010/main" val="457096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20D9C-B7CF-4FDE-AE1F-F4323EAA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000–010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1FB4B-B91B-4859-9363-1C28826F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4B4B7-1E07-4575-AF07-BD4BEEC6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A81C9-83ED-43FB-A0C7-1EEB35D8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程式是明確且有順序的指令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C386E-424A-401A-821A-AC79BF71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A4C9B-8E40-42FD-9173-08577E23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本週成果是一張可重算的訂單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E3D2F-2C66-439D-A4D8-8D237491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83D37-0E00-4B31-A39A-A098D2F7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先預測，再執行，再解釋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9CFE4-F0E1-4C81-B2F1-212C74DD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245111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7FDA-CEE1-43EA-B202-D21CFFE8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示範與練習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2C0C4-BC93-4423-8978-18AE3875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5A1BA-742C-4CC6-937E-5B397F7E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兩人一組，用三句話說明買飲料的輸入、處理與輸出。每人打開本週實作檔。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E6EC6-1672-43C3-9950-1C7912D5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A5DA5-E00A-45A5-93B5-716ADF28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輸入：單價35、杯數3；處理：35乘3；輸出：105元。</a:t>
            </a:r>
          </a:p>
        </p:txBody>
      </p:sp>
    </p:spTree>
    <p:extLst>
      <p:ext uri="{BB962C8B-B14F-4D97-AF65-F5344CB8AC3E}">
        <p14:creationId xmlns:p14="http://schemas.microsoft.com/office/powerpoint/2010/main" val="2797152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B0017-0406-4C1F-8D21-B26838CA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57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f0a1ca4d64bc1"/>
          <a:stretch xmlns:a="http://schemas.openxmlformats.org/drawingml/2006/main"/>
        </p:blipFill>
        <p:spPr>
          <a:xfrm xmlns:a="http://schemas.openxmlformats.org/drawingml/2006/main">
            <a:off x="2163763" y="590550"/>
            <a:ext cx="7874000" cy="5905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8C0A2-A391-4C40-B084-8C987352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524625"/>
            <a:ext cx="1143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CH01PPT.ppt 第 12 頁</a:t>
            </a:r>
          </a:p>
        </p:txBody>
      </p:sp>
    </p:spTree>
    <p:extLst>
      <p:ext uri="{BB962C8B-B14F-4D97-AF65-F5344CB8AC3E}">
        <p14:creationId xmlns:p14="http://schemas.microsoft.com/office/powerpoint/2010/main" val="11834319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F7A13-F549-4B29-B98E-52AFB00D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010–025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727C0-7F4D-4D4D-93C5-E3F8263E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Notebook 與第一個程式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B45C2-EC3F-4D69-AB1B-4791BEDE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A8F9C-3EF4-4A33-A92C-34B1C074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文字格放說明，程式格放 Python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6ED31-D404-4116-9FCD-755D119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4F4A6-C3C5-4BAE-84A8-378EB716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Shift+Enter 執行並移到下一格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63859-BBA3-4BF5-9258-0E2F13BA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2700B-5EFA-4124-85F3-12C4FDE6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儲存檔案與核心記憶是不同的事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5FFEB-709E-4E26-A599-96D98B2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1682913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647EC-BB34-43F6-B4D6-0FCBCDA2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74657-9788-4D8A-ABDA-B1866EF9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Notebook 與第一個程式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65639-0ECC-47AB-BD6B-968D44C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print("你好，Python！")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print("今天開始學寫程式")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46B0D-5B4E-4FD1-B48D-3F696FB3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執行示範，修改問候語並儲存。請同桌指出程式格與輸出區的差別。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D56C5-4C3F-4BF2-A0A6-1FB4CDC6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W1-02</a:t>
            </a:r>
          </a:p>
        </p:txBody>
      </p:sp>
    </p:spTree>
    <p:extLst>
      <p:ext uri="{BB962C8B-B14F-4D97-AF65-F5344CB8AC3E}">
        <p14:creationId xmlns:p14="http://schemas.microsoft.com/office/powerpoint/2010/main" val="9036691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BBCDE-93DD-4F7B-86D1-4021A812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025–045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6EFB8-736A-4E51-B4E8-76257743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77A46-1140-4ED5-BA45-3AA13BDC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3E969-B6F5-4E5B-8692-832DE23B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字串要加引號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84C54-EC35-4F42-8D0E-03F3B125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D8B48-499D-467B-9313-AEBD53BF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數值可直接運算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3FBB5-8E54-4C01-B20D-0624BF8A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5BB51-9006-4535-AA62-8033766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print 可以輸出多個值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78383-8BCF-4C8A-8A73-6DDE8673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0532361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35277-FCBB-4DD2-A19F-064BE71D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D86ED-937C-4A26-8D23-3D2043BC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CA5488-91DD-41CB-AE8F-DF5F1058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print(2 + 3)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print("2 + 3")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print("飲料", 35)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A6EEC-D4B2-4E4E-86F9-C432C4AC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先寫預測，再執行。新增一行，同時輸出商品名稱與數值35。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4D0F1-C528-44CD-AD7B-67767EB6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W1-03</a:t>
            </a:r>
          </a:p>
        </p:txBody>
      </p:sp>
    </p:spTree>
    <p:extLst>
      <p:ext uri="{BB962C8B-B14F-4D97-AF65-F5344CB8AC3E}">
        <p14:creationId xmlns:p14="http://schemas.microsoft.com/office/powerpoint/2010/main" val="15553975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3313D-8C2D-4120-B6AD-698359BD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045–060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A7F01-1592-4E7A-B348-D609C898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2FBDF2-4A33-463A-B729-EB54999E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C63CA-1E57-452B-A8AF-7BD0B9C7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等號右邊先算，再交給左邊名稱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32CE9-2C9F-4A04-919D-EE2AC936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B0476-5FEE-4CB9-8DF9-0877581F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名稱區分大小寫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64B99-A296-444D-BA23-D52A24BC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F5B0A-95D5-4C8C-8320-93C480AD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更新變數後要重跑依賴它的計算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25406-C98E-479B-9E21-6D840F07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418028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7EC13-E92A-46E8-9E77-3F34886B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E50F2-6D90-4A79-822E-4E374F18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3D4DC-6FCE-4985-A68A-D89E9D41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print(total)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BCF62-95CB-4023-9345-A5413864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把price改為40，quantity改為4，重新計算；說明為什麼總價變了。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2AFAE-F83C-48A0-8B20-5003EBDB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W1-04</a:t>
            </a:r>
          </a:p>
        </p:txBody>
      </p:sp>
    </p:spTree>
    <p:extLst>
      <p:ext uri="{BB962C8B-B14F-4D97-AF65-F5344CB8AC3E}">
        <p14:creationId xmlns:p14="http://schemas.microsoft.com/office/powerpoint/2010/main" val="18529963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B96A-9061-47EC-8D7C-8439204F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57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W1-04   原教材圖文對照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09724a08d4a55"/>
          <a:stretch xmlns:a="http://schemas.openxmlformats.org/drawingml/2006/main"/>
        </p:blipFill>
        <p:spPr>
          <a:xfrm xmlns:a="http://schemas.openxmlformats.org/drawingml/2006/main">
            <a:off x="2163763" y="590550"/>
            <a:ext cx="7874000" cy="5905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00F1C-297E-49DB-B2F0-823FDF50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524625"/>
            <a:ext cx="1143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5 頁</a:t>
            </a:r>
          </a:p>
        </p:txBody>
      </p:sp>
    </p:spTree>
    <p:extLst>
      <p:ext uri="{BB962C8B-B14F-4D97-AF65-F5344CB8AC3E}">
        <p14:creationId xmlns:p14="http://schemas.microsoft.com/office/powerpoint/2010/main" val="3204245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235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A9355-011F-4BCD-B7EC-5CEF6088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W1-05   060–070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26A36-2703-4741-B9F9-41071164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休息與存檔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B2C6F-1983-4B67-9055-D9A2D93D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 10 分鐘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60B56-AE55-4658-8FA9-4F6AB4FF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1000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先儲存，再離開座位</a:t>
            </a:r>
          </a:p>
        </p:txBody>
      </p:sp>
    </p:spTree>
    <p:extLst>
      <p:ext uri="{BB962C8B-B14F-4D97-AF65-F5344CB8AC3E}">
        <p14:creationId xmlns:p14="http://schemas.microsoft.com/office/powerpoint/2010/main" val="16085002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9A3154-1F74-4934-86BF-47329025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070–090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1CFA0-FDF9-4D2E-9F6D-DDE9E078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7BCFA-EFD4-4DF1-B23D-4BA5651E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590C79-B670-42BE-BC67-8E3C284E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int 整數，float 小數，str 文字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EE947-7D12-4FA2-96DD-F8BAF7B4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6440EA-B936-4329-A0B2-5DF58CD0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input 回傳字串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130C0-E668-4531-9AA2-85BD4C88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D308E-93C2-4408-B8EB-EDB0CEED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先確認輸入格式，再轉換型態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88C01-927C-4EB9-ABBE-8452537D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28788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5D09B-C1DB-4066-9FE7-D9B5F4E0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73787-557A-496A-ADDA-EEEB0645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80F88-7EDA-419E-BBC6-CE89854D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raw_quantity = "3"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int(raw_quantity)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print(type(raw_quantity).__name__, type(quantity).__name__)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print("3" * 2, int("3") * 2)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interactive = False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if interactive: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quantity = int(input("杯數（整數）："))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print(quantity)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2D680-70C8-4B76-ADBA-1904DF10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把文字杯數改成"4"並轉型，接著比較"3" * 2與int("3") * 2。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0318E-41D7-4EAB-99C0-47DE1911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W1-06</a:t>
            </a:r>
          </a:p>
        </p:txBody>
      </p:sp>
    </p:spTree>
    <p:extLst>
      <p:ext uri="{BB962C8B-B14F-4D97-AF65-F5344CB8AC3E}">
        <p14:creationId xmlns:p14="http://schemas.microsoft.com/office/powerpoint/2010/main" val="19875646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54698-0327-4874-8DD3-CBA8C3EC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572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W1-06   原教材圖文對照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e63b2216b487a"/>
          <a:stretch xmlns:a="http://schemas.openxmlformats.org/drawingml/2006/main"/>
        </p:blipFill>
        <p:spPr>
          <a:xfrm xmlns:a="http://schemas.openxmlformats.org/drawingml/2006/main">
            <a:off x="2163763" y="590550"/>
            <a:ext cx="7874000" cy="5905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4D8F7-125E-4EF7-BFC3-DABBD46A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524625"/>
            <a:ext cx="1143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23 頁</a:t>
            </a:r>
          </a:p>
        </p:txBody>
      </p:sp>
    </p:spTree>
    <p:extLst>
      <p:ext uri="{BB962C8B-B14F-4D97-AF65-F5344CB8AC3E}">
        <p14:creationId xmlns:p14="http://schemas.microsoft.com/office/powerpoint/2010/main" val="14629627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576F3-D998-421A-88FF-7CB5D90A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090–110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B7CB0-785D-4CFC-BDD3-225BB000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B494B-1A45-4457-B01C-AD2B197B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10496-FD4C-4F13-9DC1-BC5EFF5E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乘除先於加減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EF134-DAFF-4468-96E1-436052B7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3CD00-BFAD-4B21-867E-9003534E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括號明確指定順序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0C580-0E8D-486C-A419-8BE507DD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C0C23-8164-4C66-AF24-15447B73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// 求整數商，% 求餘數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39315-7164-4D12-9DF7-0FB3609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7086217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9F030-690A-4C5A-ABFA-72C6D24A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921AE-D0B3-464E-B3F9-58C138EC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2054FE-CF6B-4EAD-9468-4E57E68E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3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200 - total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total, "找零", change)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print("整袋", 10 // 3, "剩餘", 10 % 3)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DF4B9-7111-4409-853F-910683BC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計算5杯每杯30元，付200元的找零。再算17顆糖每袋5顆的袋數與剩餘。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79042-CC7D-43D9-A216-6D7632EE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W1-07</a:t>
            </a:r>
          </a:p>
        </p:txBody>
      </p:sp>
    </p:spTree>
    <p:extLst>
      <p:ext uri="{BB962C8B-B14F-4D97-AF65-F5344CB8AC3E}">
        <p14:creationId xmlns:p14="http://schemas.microsoft.com/office/powerpoint/2010/main" val="18373942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920E7-6AF5-4F17-BBA3-1CA51B5D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110–125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F7E71-87DB-4C3E-B358-48FC969F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6E96A-3823-4EC6-9BD5-731CD8F7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F0030-DEE7-4C55-BE58-CB7553A1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由錯誤最後一行看種類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40CB8-07F0-40A6-949B-98F93656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DE237-DA10-4765-8622-FCC62E9C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NameError 常是名稱尚未定義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A32A5-5905-4A31-8C34-8AF92A15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31AC8-A7C8-4A85-953E-93122E2B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每次只修改一個地方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E77CC-16F9-47CE-A948-8C68B263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9326342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53C36-9C48-4468-99AD-FC15A20F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4C90A-B46C-4D85-987B-DE934E8C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A5405-D198-4593-993E-3864EE81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price * 3)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D4F5E-BF58-420E-88D4-A879C424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修正prcie拼字與"總價" + 105的混用。說出錯誤種類與修正理由。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777EC-BB45-4F29-BAB6-DDB85104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W1-08</a:t>
            </a:r>
          </a:p>
        </p:txBody>
      </p:sp>
    </p:spTree>
    <p:extLst>
      <p:ext uri="{BB962C8B-B14F-4D97-AF65-F5344CB8AC3E}">
        <p14:creationId xmlns:p14="http://schemas.microsoft.com/office/powerpoint/2010/main" val="8159894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35928-96A7-46E0-9C1F-27211166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125–140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1D620-12A4-40FF-B364-8CC074EC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0B4B1-BC50-4A2E-8424-109B0EE0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2290A-23D0-4337-B204-A1143BED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f 字串把變數放進大括號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8CD21-B0ED-4810-882D-7D45B357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D6F51-7131-4410-B896-84097A4E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小數位數可用 :.2f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E849C-009D-4499-9A21-8BEBC0D0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CA953-1520-4CAF-9E66-DB3FD603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輸出應包含單位與標籤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406D5-316D-45B5-BBFB-C6DC5D3E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6854503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CF8ED-8B25-48D5-B39E-F1182BE1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2C308-F251-411A-8ECE-88F2AD47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40D97-7208-4B9D-90C6-A598535D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item = "紅茶"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quantity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print(f"{item} {quantity}杯，總價{total}元")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print(f"平均單價 {total / quantity:.2f} 元")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A33DC-CEB6-4066-B609-0C94D2B7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使用f字串列印4杯每杯35元，共140元的完整訂單。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1EE29-9619-44AB-A012-30125BB1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W1-09</a:t>
            </a:r>
          </a:p>
        </p:txBody>
      </p:sp>
    </p:spTree>
    <p:extLst>
      <p:ext uri="{BB962C8B-B14F-4D97-AF65-F5344CB8AC3E}">
        <p14:creationId xmlns:p14="http://schemas.microsoft.com/office/powerpoint/2010/main" val="17513847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30DA6C-781B-411D-8105-7E5A0E6F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140–160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BFA63-2564-4796-8C9D-8587861A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91894-7043-465F-915E-E3713D7F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81D13-FDDF-4B01-AE4C-7A61202F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輸入以變數設定即可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CDCB8-6A22-4D59-B466-F634EF3A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06AD7-5CE5-4816-BB1A-D1923C25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總價與找零分開計算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15DF8-7976-4938-9AE1-40ECEF52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69B39-ED98-40D1-8381-7709E2CB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兩組測試確認可重算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7BE78-81A0-4BAF-BFE3-3B0ED2E6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13793715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FF2EA9-C88A-4860-85F7-7CC14B7A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示範與練習  程式節錄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0B0A0-F83A-48D6-8BBF-0C796810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F4099-22E7-4535-B018-9B993946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145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price, quantity, paid = 35, 3, 200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paid - total</a:t>
            </a:r>
          </a:p>
          <a:p xmlns:a="http://schemas.openxmlformats.org/drawingml/2006/main"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print(f"紅茶 {quantity}杯，總價{total}元，找零{change}元")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B08EB-5FF4-4295-837D-BEFD9325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完成專題格；先測試35、3、200，再測試40、2、100。加上自己的品項。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C754BB-A130-4A22-B01D-5B504AB8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W1-10</a:t>
            </a:r>
          </a:p>
        </p:txBody>
      </p:sp>
    </p:spTree>
    <p:extLst>
      <p:ext uri="{BB962C8B-B14F-4D97-AF65-F5344CB8AC3E}">
        <p14:creationId xmlns:p14="http://schemas.microsoft.com/office/powerpoint/2010/main" val="171558594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4CC03-E963-4DAD-B147-BA686A54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160–170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E54E2-A4DA-4F12-9407-9BD610FF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89543-C2FE-4E39-88B6-5FDDAD74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010DE-04A0-4CC0-B9B6-790DBF5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重新啟動核心後全部執行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5E75C-9920-4469-A8EC-CE3E23F4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61DD4-2C8B-4A00-9B63-C932F41C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能解釋每個變數的用途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78579-3A47-4420-8E7A-3481291E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82651-8502-43DA-8D26-04B87F2B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保留兩組測試紀錄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2FEF2-3849-49BE-8E1B-769B5C30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78422094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71BC07-A046-4046-8AD4-79F1BC12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示範與練習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DF08E-3637-46E7-8AD2-4C21644A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4066D-E3BD-4857-9CA3-2F3986C9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每人用60秒說明，教師抽查兩組結果。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D85E2-5F46-4466-AB45-334CE371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4C07A-F047-4E8E-AAB2-5236532F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能從乾淨核心重跑，且total不是手寫固定答案。</a:t>
            </a:r>
          </a:p>
        </p:txBody>
      </p:sp>
    </p:spTree>
    <p:extLst>
      <p:ext uri="{BB962C8B-B14F-4D97-AF65-F5344CB8AC3E}">
        <p14:creationId xmlns:p14="http://schemas.microsoft.com/office/powerpoint/2010/main" val="12520867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41AF7-E5C7-4E1D-8DE1-2AD03051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170–180 分鐘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4AC4E-C33E-4EA7-8B1E-9798DFD7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DB13B-EFC1-4AAE-B211-724D3D0B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C3B16-9499-407D-B6F4-ACE7BE94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3360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文字"5"與數值5的差別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51965-73B7-4BD9-9C29-0F6669E9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6EC82-424E-4232-9A57-854D8362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28975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改價格後為何要重算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A3B23-30D8-44F3-9655-A388E216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C380F-D16C-441F-8F81-5741E632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243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下週加入折扣條件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CB939-AEFF-4990-B819-307969C2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81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8516527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989AE-B022-453C-BC6E-8E608FE7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示範與練習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DE8944-BACB-4F52-98DB-48ACE224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00616-B420-4B07-A67C-F295CCD9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提交Notebook；課後做20元筆3支與15元本子2本的訂單。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15F79-C727-4F0D-AAB6-1F1CC984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3CE8C-D977-4674-BAB7-75C573CD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離堂：str、int轉型、不會自動重算、修改quantity再執行。課後總價90元。</a:t>
            </a:r>
          </a:p>
        </p:txBody>
      </p:sp>
    </p:spTree>
    <p:extLst>
      <p:ext uri="{BB962C8B-B14F-4D97-AF65-F5344CB8AC3E}">
        <p14:creationId xmlns:p14="http://schemas.microsoft.com/office/powerpoint/2010/main" val="1229083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2026-10-07T23:28:36.0620000Z</dcterms:created>
  <dcterms:modified xsi:type="dcterms:W3CDTF">2026-10-07T23:28:36.0630000Z</dcterms:modified>
</coreProperties>
</file>